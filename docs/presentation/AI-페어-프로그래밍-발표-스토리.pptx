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</a:defRPr>
            </a:pPr>
            <a:r>
              <a:t>🎤 AI 페어 프로그래밍의 한계를 넘어서</a:t>
            </a:r>
          </a:p>
          <a:p>
            <a:pPr algn="ctr">
              <a:defRPr sz="2400">
                <a:solidFill>
                  <a:srgbClr val="818CF8"/>
                </a:solidFill>
              </a:defRPr>
            </a:pPr>
            <a:r>
              <a:t>사전 기획부터 자가 치유 피드백 루프까지의 엔지니어링 여정</a:t>
            </a:r>
          </a:p>
          <a:p>
            <a:br/>
            <a:pPr algn="ctr">
              <a:defRPr sz="1600">
                <a:solidFill>
                  <a:srgbClr val="CBD5E1"/>
                </a:solidFill>
              </a:defRPr>
            </a:pPr>
            <a:r>
              <a:t>발표자: 프로젝트 테크 리드 (수석 엔지니어)  |  소속: 신한 딜리버리(shinhan-delivery) 프로젝트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📌 [Slide 1] 사전 기획 기반 AI 통합 개발 플로우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i="1">
                <a:solidFill>
                  <a:srgbClr val="CBD5E1"/>
                </a:solidFill>
              </a:defRPr>
            </a:pPr>
            <a:r>
              <a:t>"이슈 분석과 기획부터 코드 구현, 자가 치유 피드백 루프까지 단일 연결 흐름으로 수행되는 개발 플로우를 설계하여 개발 속도를 5배 향상시켰습니다."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4688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1단계: 사전 기획/설계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MVP 기획서 작성 (요구사항)</a:t>
            </a:r>
            <a:br/>
            <a:r>
              <a:t>화면 설계서 작성 (UI/UX)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468880"/>
            <a:ext cx="24688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2단계: 이슈 발행/기획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GitHub Issue 발행</a:t>
            </a:r>
            <a:br/>
            <a:r>
              <a:t>/plan AI 이슈 자동 분석</a:t>
            </a:r>
            <a:br/>
            <a:r>
              <a:t>개발자 승인 Checkpoint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68880"/>
            <a:ext cx="24688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3단계: AI 연동 구현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백엔드 비즈니스 로직 및</a:t>
            </a:r>
            <a:br/>
            <a:r>
              <a:t>프론트엔드 화면 연동 연속 구현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468880"/>
            <a:ext cx="24688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4단계: 자가 치유 피드백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./scripts/verify.sh 구동</a:t>
            </a:r>
            <a:br/>
            <a:r>
              <a:t>AI Auto-Fix 피드백 루프</a:t>
            </a:r>
            <a:br/>
            <a:r>
              <a:t>마이크로 커밋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🔍 [Slide 2] Phase 1: 화려한 성공 뒤의 5대 현실 고충 &amp; 결함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36415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팀원들이 실제로 겪은 인적/기술적 고충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실제 부작용 및 위험 타격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1. 도구/학습 과부하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AI 숙련도 부족 &amp; 방대한 컨벤션 피로도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기술 스택과 AI도구를 동시 학습하는 정보 과부하, 핵심 수칙 구분 벅참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 AI 맹목적 의존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'코딩 근육' 퇴화 &amp; 메타인지(내가 뭘 모르는지) 상실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직접 고민 습관 사라짐, AI 없이는 코딩 힘들다는 무력감 &amp; 메타인지 부재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3. UX / Thymeleaf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Thymeleaf SSR 대신 CSR AJAX 남발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Thymeleaf 사전 바인딩 외면하고 client AJAX만 호출해 0.5초 FOUC 발생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4. FE 파일 비분리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HTML/CSS/JS 분리 없이 인라인 결합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HTML 내 대용량 CSS/JS 섞여 캐싱 불가, 중복 스타일 파편화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5. 계층 위반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계층을 건너뛰고 내부 데이터 직접 접근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계층별 역할 분리 및 아키텍처 규칙 위반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🛠️ [Slide 3] Phase 2: 자가 치유 피드백 루프 (Self-Healing Loop)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1. Thymeleaf SSR 사전 바인딩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CSR AJAX 남용 제거로 서버 사전 바인딩 전환</a:t>
            </a:r>
            <a:br/>
            <a:r>
              <a:t>초기 진입 지연 0.5s → 0ms (Zero FOUC 100% 달성)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2. HTML/CSS/JS 3-Tier 분리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HTML 내 인라인 코드 오염 제거 &amp; static 파일 분리</a:t>
            </a:r>
            <a:br/>
            <a:r>
              <a:t>중복 코드 332줄 제거 &amp; 브라우저 캐싱 혜택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2918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3. 자가 치유 피드백 루프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./scripts/verify.sh 5대 게이트 구동 (Spotless/ArchUnit/Jacoco/400개 테스트)</a:t>
            </a:r>
            <a:br/>
            <a:r>
              <a:t>에러 로그 수집 ➔ AI Auto-Fix ➔ 그린 빌드 후 커밋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🎯 [Slide 4] Phase 3: AI와 협업할 때 개발자가 사수할 4대 수칙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💡 AI는 '구현(How)'의 부사수일 뿐, '품질과 방향성(What &amp; Architecture)'은 사람의 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72865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수칙 1: 선(先) 기획 및 사람이 직접 기술적 의사결정 주도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개발 전 MVP 기획서와 화면 설계서를 선제 정의하고 핵심 방향성을 사람이 직접 지시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1072865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수칙 2: 프론트엔드 HTML/CSS/JS 3-Tier 파일 분리 및 모듈화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AI가 HTML 내부에 CSS/JS를 인라인으로 섞지 못하도록 독립 파일 역할 분리 강제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수칙 3: Thymeleaf SSR vs CSR AJAX 렌더링 역할 분담 (Zero FOUC)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초기 DOM은 서버 사전 바인딩(SSR)으로 0ms에 띄우고, 진입 후 동적 연동만 클라이언트(CSR)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40680"/>
            <a:ext cx="1072865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수칙 4: 정적 분석 &amp; 자동화된 하네스 통제망 구축 (Harness First)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./scripts/verify.sh 기반 0 Exit Code 자동 자가 치유 피드백 루프 회전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🚀 [Slide 5] Outro: KPT 회고 &amp; 향후 극복 대책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Keep (잘한 점)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MVP기획/화면설계 선제 정의 + 자가 치유 피드백 루프로 0ms 로딩 &amp; 결함 0개 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7171"/>
                </a:solidFill>
              </a:defRPr>
            </a:pPr>
            <a:r>
              <a:t>Problem (아쉬운 점)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AI 맹목적 의존으로 인한 '코딩 근육 퇴화', 메타인지 상실 및 가이드라인 컨벤션 피로도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329184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818CF8"/>
                </a:solidFill>
              </a:defRPr>
            </a:pPr>
            <a:r>
              <a:t>Try (극복 대책 3가지)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1. Human-First Thinking (30분 고민 타임)</a:t>
            </a:r>
            <a:br/>
            <a:r>
              <a:t>2. 팀 내 기초 CS &amp; 아키텍처 스터디 정례화</a:t>
            </a:r>
            <a:br/>
            <a:r>
              <a:t>3. 핵심 수칙 3대 숏컷 도식화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4864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💡 Final Key Lesson: "AI 도구는 개발자를 대체하는 것이 아니라, 사전 기획과 아키텍처를 고민하고 스스로 학습하는 개발자의 진짜 가치를 더욱 돋보이게 만든다."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